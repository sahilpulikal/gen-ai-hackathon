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7" d="100"/>
          <a:sy n="77" d="100"/>
        </p:scale>
        <p:origin x="1618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WealthPilot: The Agentic AI Co-pilot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Proactive. Intelligent. Client-Centric.</a:t>
            </a:r>
          </a:p>
          <a:p>
            <a:r>
              <a:t>Hackathon Submission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Challenge: Data Overload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>
              <a:defRPr sz="2400"/>
            </a:pPr>
            <a:r>
              <a:t>Wealth managers track thousands of news events daily.</a:t>
            </a:r>
          </a:p>
          <a:p>
            <a:pPr>
              <a:defRPr sz="2400"/>
            </a:pPr>
            <a:r>
              <a:t>Most client interactions are reactive, not proactive.</a:t>
            </a:r>
          </a:p>
          <a:p>
            <a:pPr>
              <a:defRPr sz="2400"/>
            </a:pPr>
            <a:r>
              <a:t>Connecting generic news to specific portfolios is manual and slow.</a:t>
            </a:r>
          </a:p>
          <a:p>
            <a:pPr>
              <a:defRPr sz="2400"/>
            </a:pPr>
            <a:r>
              <a:t>Result: Missed opportunities and lower client trust.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Solution: WealthPilot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>
              <a:defRPr sz="2400"/>
            </a:pPr>
            <a:r>
              <a:t>An Agentic AI workspace for proactive wealth management.</a:t>
            </a:r>
          </a:p>
          <a:p>
            <a:pPr>
              <a:defRPr sz="2400"/>
            </a:pPr>
            <a:r>
              <a:t>Core Philosophy: Don't just show data. Interpret it.</a:t>
            </a:r>
          </a:p>
          <a:p>
            <a:pPr>
              <a:defRPr sz="2400"/>
            </a:pPr>
            <a:r>
              <a:t>Autonomous Agents work in the background to flag risks.</a:t>
            </a:r>
          </a:p>
          <a:p>
            <a:pPr>
              <a:defRPr sz="2400"/>
            </a:pPr>
            <a:r>
              <a:t>Empowers managers to be 'Client-First' again.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>
              <a:defRPr sz="2400"/>
            </a:pPr>
            <a:r>
              <a:t>Client 360° Dashboard: Unified view of risk &amp; holdings.</a:t>
            </a:r>
          </a:p>
          <a:p>
            <a:pPr>
              <a:defRPr sz="2400"/>
            </a:pPr>
            <a:r>
              <a:t>News Impact Agent: Real-time sentiment analysis per client.</a:t>
            </a:r>
          </a:p>
          <a:p>
            <a:pPr>
              <a:defRPr sz="2400"/>
            </a:pPr>
            <a:r>
              <a:t>Meeting Prep Agent: One-click agenda &amp; script generation.</a:t>
            </a:r>
          </a:p>
          <a:p>
            <a:pPr>
              <a:defRPr sz="2400"/>
            </a:pPr>
            <a:r>
              <a:t>Interactive Chat: 'Talk to your data' for complex queries.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 &amp; Tech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pPr>
              <a:defRPr sz="2400"/>
            </a:pPr>
            <a:r>
              <a:rPr dirty="0"/>
              <a:t>Frontend: </a:t>
            </a:r>
            <a:r>
              <a:rPr dirty="0" err="1"/>
              <a:t>Streamlit</a:t>
            </a:r>
            <a:r>
              <a:rPr dirty="0"/>
              <a:t> (Python)</a:t>
            </a:r>
          </a:p>
          <a:p>
            <a:pPr>
              <a:defRPr sz="2400"/>
            </a:pPr>
            <a:r>
              <a:rPr dirty="0"/>
              <a:t>Intelligence: Google Gemini </a:t>
            </a:r>
            <a:r>
              <a:rPr lang="en-IN" dirty="0"/>
              <a:t>2</a:t>
            </a:r>
            <a:r>
              <a:rPr dirty="0"/>
              <a:t>.5 Flash</a:t>
            </a:r>
          </a:p>
          <a:p>
            <a:pPr>
              <a:defRPr sz="2400"/>
            </a:pPr>
            <a:r>
              <a:rPr dirty="0"/>
              <a:t>Data Layer: Yahoo Finance (Live) + Synthetic Data</a:t>
            </a:r>
          </a:p>
          <a:p>
            <a:pPr>
              <a:defRPr sz="2400"/>
            </a:pPr>
            <a:r>
              <a:rPr dirty="0"/>
              <a:t>Security: Enterprise-grade data handling patterns.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Business Impact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>
              <a:defRPr sz="2400"/>
            </a:pPr>
            <a:r>
              <a:t>Efficiency: Reduce research time by ~40%.</a:t>
            </a:r>
          </a:p>
          <a:p>
            <a:pPr>
              <a:defRPr sz="2400"/>
            </a:pPr>
            <a:r>
              <a:t>Proactivity: Reach out to clients before they panic.</a:t>
            </a:r>
          </a:p>
          <a:p>
            <a:pPr>
              <a:defRPr sz="2400"/>
            </a:pPr>
            <a:r>
              <a:t>Personalization: Tailored insights for every single client.</a:t>
            </a:r>
          </a:p>
          <a:p>
            <a:pPr>
              <a:defRPr sz="2400"/>
            </a:pPr>
            <a:r>
              <a:t>Scalability: Manage more clients with higher quality service.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Future of Wealth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>
              <a:defRPr sz="2400"/>
            </a:pPr>
            <a:r>
              <a:t>WealthPilot turns data into action.</a:t>
            </a:r>
          </a:p>
          <a:p>
            <a:pPr>
              <a:defRPr sz="2400"/>
            </a:pPr>
            <a:r>
              <a:t>Next Steps: CRM Integration &amp; Compliance Checks.</a:t>
            </a:r>
          </a:p>
          <a:p>
            <a:pPr>
              <a:defRPr sz="2400"/>
            </a:pPr>
            <a:r>
              <a:t>Thank You!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243</Words>
  <Application>Microsoft Office PowerPoint</Application>
  <PresentationFormat>On-screen Show (4:3)</PresentationFormat>
  <Paragraphs>38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WealthPilot: The Agentic AI Co-pilot</vt:lpstr>
      <vt:lpstr>The Challenge: Data Overload</vt:lpstr>
      <vt:lpstr>The Solution: WealthPilot</vt:lpstr>
      <vt:lpstr>Key Features</vt:lpstr>
      <vt:lpstr>Architecture &amp; Tech Stack</vt:lpstr>
      <vt:lpstr>Business Impact</vt:lpstr>
      <vt:lpstr>The Future of Wealth Management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Sahil Pulikal</cp:lastModifiedBy>
  <cp:revision>3</cp:revision>
  <dcterms:created xsi:type="dcterms:W3CDTF">2013-01-27T09:14:16Z</dcterms:created>
  <dcterms:modified xsi:type="dcterms:W3CDTF">2025-12-05T02:30:09Z</dcterms:modified>
  <cp:category/>
</cp:coreProperties>
</file>