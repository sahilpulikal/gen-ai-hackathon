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WealthPilot: The Agentic AI Co-pilot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Proactive. Intelligent. Client-Centric.</a:t>
            </a:r>
          </a:p>
          <a:p>
            <a:r>
              <a:t>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Data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Wealth managers track thousands of news events daily.</a:t>
            </a:r>
          </a:p>
          <a:p>
            <a:pPr>
              <a:defRPr sz="2400"/>
            </a:pPr>
            <a:r>
              <a:t>Most client interactions are reactive, not proactive.</a:t>
            </a:r>
          </a:p>
          <a:p>
            <a:pPr>
              <a:defRPr sz="2400"/>
            </a:pPr>
            <a:r>
              <a:t>Connecting generic news to specific portfolios is manual and slow.</a:t>
            </a:r>
          </a:p>
          <a:p>
            <a:pPr>
              <a:defRPr sz="2400"/>
            </a:pPr>
            <a:r>
              <a:t>Result: Missed opportunities and lower client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WealthPilot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An Agentic AI workspace for proactive wealth management.</a:t>
            </a:r>
          </a:p>
          <a:p>
            <a:pPr>
              <a:defRPr sz="2400"/>
            </a:pPr>
            <a:r>
              <a:t>Core Philosophy: Don't just show data. Interpret it.</a:t>
            </a:r>
          </a:p>
          <a:p>
            <a:pPr>
              <a:defRPr sz="2400"/>
            </a:pPr>
            <a:r>
              <a:t>Autonomous Agents work in the background to flag risks.</a:t>
            </a:r>
          </a:p>
          <a:p>
            <a:pPr>
              <a:defRPr sz="2400"/>
            </a:pPr>
            <a:r>
              <a:t>Empowers managers to be 'Client-First'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Features: Empowering the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Strategy Crew (NEW): Multi-Agent team for portfolio planning.</a:t>
            </a:r>
          </a:p>
          <a:p>
            <a:pPr>
              <a:defRPr sz="2400"/>
            </a:pPr>
            <a:r>
              <a:t>Black Swan Simulator (NEW): Market crash impact modeling.</a:t>
            </a:r>
          </a:p>
          <a:p>
            <a:pPr>
              <a:defRPr sz="2400"/>
            </a:pPr>
            <a:r>
              <a:t>Real-Time Feedback: Transparent AI reasoning UI.</a:t>
            </a:r>
          </a:p>
          <a:p>
            <a:pPr>
              <a:defRPr sz="2400"/>
            </a:pPr>
            <a:r>
              <a:t>Client 360° Dashboard: Deep risk &amp; holding analysis.</a:t>
            </a:r>
          </a:p>
          <a:p>
            <a:pPr>
              <a:defRPr sz="2400"/>
            </a:pPr>
            <a:r>
              <a:t>News Impact Agent: Personalized sentiment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Frontend: Streamlit (Python)</a:t>
            </a:r>
          </a:p>
          <a:p>
            <a:pPr>
              <a:defRPr sz="2400"/>
            </a:pPr>
            <a:r>
              <a:t>Intelligence: Google Gemini 1.5 Flash</a:t>
            </a:r>
          </a:p>
          <a:p>
            <a:pPr>
              <a:defRPr sz="2400"/>
            </a:pPr>
            <a:r>
              <a:t>Agent Framework: Custom Multi-Agent Engine (CrewAI-style)</a:t>
            </a:r>
          </a:p>
          <a:p>
            <a:pPr>
              <a:defRPr sz="2400"/>
            </a:pPr>
            <a:r>
              <a:t>Data Layer: Yahoo Finance (Live) + Synthetic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Efficiency: Reduce research time by ~40%.</a:t>
            </a:r>
          </a:p>
          <a:p>
            <a:pPr>
              <a:defRPr sz="2400"/>
            </a:pPr>
            <a:r>
              <a:t>Proactivity: Reach out to clients before they panic.</a:t>
            </a:r>
          </a:p>
          <a:p>
            <a:pPr>
              <a:defRPr sz="2400"/>
            </a:pPr>
            <a:r>
              <a:t>Personalization: Tailored insights for every single client.</a:t>
            </a:r>
          </a:p>
          <a:p>
            <a:pPr>
              <a:defRPr sz="2400"/>
            </a:pPr>
            <a:r>
              <a:t>Scalability: Manage more clients with higher quality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Wealth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WealthPilot turns data into action.</a:t>
            </a:r>
          </a:p>
          <a:p>
            <a:pPr>
              <a:defRPr sz="2400"/>
            </a:pPr>
            <a:r>
              <a:t>Next Steps: CRM Integration &amp; Compliance Checks.</a:t>
            </a:r>
          </a:p>
          <a:p>
            <a:pPr>
              <a:defRPr sz="24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